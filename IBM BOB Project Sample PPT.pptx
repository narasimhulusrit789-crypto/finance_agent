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90"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IN" b="1" dirty="0"/>
              <a:t>"Exploring the Power of Agentic AI with IBM BOB and IBM Granite Models</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58626337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a:t>IBM BOB,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a:t>IBM BOB </a:t>
            </a:r>
            <a:r>
              <a:rPr lang="en-IN" dirty="0"/>
              <a:t>is used to build and orchestrate AI agents using IBM Granite models.</a:t>
            </a:r>
            <a:endParaRPr lang="en-US" dirty="0"/>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124206"/>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r>
              <a:rPr lang="en-US" sz="1800" b="1" dirty="0"/>
              <a:t>Prompt Engineering </a:t>
            </a:r>
            <a:r>
              <a:rPr lang="en-US" sz="1800" dirty="0"/>
              <a:t>to craft for generating the agent</a:t>
            </a:r>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BOB</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BOB</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r>
              <a:rPr lang="en-IN" dirty="0"/>
              <a:t> IBM BOB enables autonomous execution and orchestration of multiple AI agents</a:t>
            </a:r>
            <a:endParaRPr lang="en-US" dirty="0"/>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8" y="207380"/>
            <a:ext cx="1014193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 - Please  add your </a:t>
            </a:r>
            <a:r>
              <a:rPr lang="en-US" sz="2400" b="1" dirty="0" err="1"/>
              <a:t>credly</a:t>
            </a:r>
            <a:r>
              <a:rPr lang="en-US" sz="2400" b="1" dirty="0"/>
              <a:t> certificate </a:t>
            </a:r>
          </a:p>
          <a:p>
            <a:r>
              <a:rPr lang="en-US" sz="2400" b="1" dirty="0"/>
              <a:t> </a:t>
            </a:r>
            <a:endParaRPr lang="en-US" dirty="0"/>
          </a:p>
        </p:txBody>
      </p:sp>
      <p:pic>
        <p:nvPicPr>
          <p:cNvPr id="4" name="Picture 3">
            <a:extLst>
              <a:ext uri="{FF2B5EF4-FFF2-40B4-BE49-F238E27FC236}">
                <a16:creationId xmlns:a16="http://schemas.microsoft.com/office/drawing/2014/main" id="{DC7F8F39-673A-F2EF-DB08-1DADEC1D3DA2}"/>
              </a:ext>
            </a:extLst>
          </p:cNvPr>
          <p:cNvPicPr>
            <a:picLocks noChangeAspect="1"/>
          </p:cNvPicPr>
          <p:nvPr/>
        </p:nvPicPr>
        <p:blipFill>
          <a:blip r:embed="rId2"/>
          <a:stretch>
            <a:fillRect/>
          </a:stretch>
        </p:blipFill>
        <p:spPr>
          <a:xfrm>
            <a:off x="1960283" y="932796"/>
            <a:ext cx="7485050" cy="560516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5" y="226391"/>
            <a:ext cx="10361997"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 - </a:t>
            </a:r>
            <a:r>
              <a:rPr lang="en-US" sz="2400" b="1" dirty="0"/>
              <a:t>Add your IBM BOB Certificate</a:t>
            </a:r>
          </a:p>
          <a:p>
            <a:r>
              <a:rPr sz="2400" b="0" i="0" dirty="0">
                <a:solidFill>
                  <a:srgbClr val="000000"/>
                </a:solidFill>
                <a:latin typeface="Arial"/>
                <a:ea typeface="Arial"/>
                <a:cs typeface="Arial"/>
              </a:rPr>
              <a:t>​</a:t>
            </a:r>
            <a:endParaRPr lang="en-US" dirty="0"/>
          </a:p>
          <a:p>
            <a:pPr algn="ctr"/>
            <a:endParaRPr lang="en-US" dirty="0"/>
          </a:p>
        </p:txBody>
      </p:sp>
      <p:pic>
        <p:nvPicPr>
          <p:cNvPr id="4" name="Picture 3">
            <a:extLst>
              <a:ext uri="{FF2B5EF4-FFF2-40B4-BE49-F238E27FC236}">
                <a16:creationId xmlns:a16="http://schemas.microsoft.com/office/drawing/2014/main" id="{537B4063-01A7-1154-8978-14AFC4026031}"/>
              </a:ext>
            </a:extLst>
          </p:cNvPr>
          <p:cNvPicPr>
            <a:picLocks noChangeAspect="1"/>
          </p:cNvPicPr>
          <p:nvPr/>
        </p:nvPicPr>
        <p:blipFill>
          <a:blip r:embed="rId2"/>
          <a:stretch>
            <a:fillRect/>
          </a:stretch>
        </p:blipFill>
        <p:spPr>
          <a:xfrm>
            <a:off x="1205251" y="944548"/>
            <a:ext cx="9068266" cy="556923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54485-0F9A-6DD6-96F0-F7A5A61E403E}"/>
              </a:ext>
            </a:extLst>
          </p:cNvPr>
          <p:cNvSpPr>
            <a:spLocks noGrp="1"/>
          </p:cNvSpPr>
          <p:nvPr>
            <p:ph type="title"/>
          </p:nvPr>
        </p:nvSpPr>
        <p:spPr>
          <a:xfrm>
            <a:off x="767842" y="703899"/>
            <a:ext cx="10515600" cy="603693"/>
          </a:xfrm>
        </p:spPr>
        <p:txBody>
          <a:bodyPr>
            <a:normAutofit fontScale="90000"/>
          </a:bodyPr>
          <a:lstStyle/>
          <a:p>
            <a:r>
              <a:rPr lang="en-US" dirty="0"/>
              <a:t>IBM Skills Build Profile</a:t>
            </a:r>
            <a:endParaRPr lang="en-IN" dirty="0"/>
          </a:p>
        </p:txBody>
      </p:sp>
      <p:sp>
        <p:nvSpPr>
          <p:cNvPr id="3" name="Text Placeholder 2">
            <a:extLst>
              <a:ext uri="{FF2B5EF4-FFF2-40B4-BE49-F238E27FC236}">
                <a16:creationId xmlns:a16="http://schemas.microsoft.com/office/drawing/2014/main" id="{4DCC01DF-3603-3994-9886-6BB976433F00}"/>
              </a:ext>
            </a:extLst>
          </p:cNvPr>
          <p:cNvSpPr>
            <a:spLocks noGrp="1"/>
          </p:cNvSpPr>
          <p:nvPr>
            <p:ph type="body" idx="1"/>
          </p:nvPr>
        </p:nvSpPr>
        <p:spPr>
          <a:xfrm>
            <a:off x="838200" y="2011680"/>
            <a:ext cx="10515600" cy="4142421"/>
          </a:xfrm>
        </p:spPr>
        <p:txBody>
          <a:bodyPr/>
          <a:lstStyle/>
          <a:p>
            <a:endParaRPr lang="en-IN" dirty="0"/>
          </a:p>
        </p:txBody>
      </p:sp>
      <p:pic>
        <p:nvPicPr>
          <p:cNvPr id="5" name="Picture 4">
            <a:extLst>
              <a:ext uri="{FF2B5EF4-FFF2-40B4-BE49-F238E27FC236}">
                <a16:creationId xmlns:a16="http://schemas.microsoft.com/office/drawing/2014/main" id="{791F574F-9EB9-A3B6-68FB-C151577972BD}"/>
              </a:ext>
            </a:extLst>
          </p:cNvPr>
          <p:cNvPicPr>
            <a:picLocks noChangeAspect="1"/>
          </p:cNvPicPr>
          <p:nvPr/>
        </p:nvPicPr>
        <p:blipFill>
          <a:blip r:embed="rId2"/>
          <a:stretch>
            <a:fillRect/>
          </a:stretch>
        </p:blipFill>
        <p:spPr>
          <a:xfrm>
            <a:off x="771943" y="1508761"/>
            <a:ext cx="10648114" cy="3293766"/>
          </a:xfrm>
          <a:prstGeom prst="rect">
            <a:avLst/>
          </a:prstGeom>
        </p:spPr>
      </p:pic>
    </p:spTree>
    <p:extLst>
      <p:ext uri="{BB962C8B-B14F-4D97-AF65-F5344CB8AC3E}">
        <p14:creationId xmlns:p14="http://schemas.microsoft.com/office/powerpoint/2010/main" val="1833890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1237</Words>
  <Application>Microsoft Office PowerPoint</Application>
  <PresentationFormat>Widescreen</PresentationFormat>
  <Paragraphs>112</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Skills Build Profile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Eluri Narendra</cp:lastModifiedBy>
  <cp:revision>16</cp:revision>
  <dcterms:created xsi:type="dcterms:W3CDTF">2025-07-08T05:06:56Z</dcterms:created>
  <dcterms:modified xsi:type="dcterms:W3CDTF">2026-06-25T01:46:26Z</dcterms:modified>
</cp:coreProperties>
</file>